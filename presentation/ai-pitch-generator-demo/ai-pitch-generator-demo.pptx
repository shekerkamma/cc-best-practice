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82880"/>
            <a:ext cx="3931920" cy="41148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"/>
            <a:ext cx="3931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✦  AI-GENERATED PITCH  ·  PITCH GENERATOR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D4BF"/>
                </a:solidFill>
              </a:rPr>
              <a:t>DEVGTM MESH × LUMEN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8EDF5"/>
                </a:solidFill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FA3"/>
                </a:solidFill>
              </a:rPr>
              <a:t>A pitch tailored to your team, your stack, your moment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40480"/>
            <a:ext cx="2240280" cy="12801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931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FA3"/>
                </a:solidFill>
              </a:rPr>
              <a:t>PROSPECT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519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Lumen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3840480"/>
            <a:ext cx="2240280" cy="12801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199" y="3931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FA3"/>
                </a:solidFill>
              </a:rPr>
              <a:t>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42519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Series B · $42M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3840480"/>
            <a:ext cx="2240280" cy="12801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19" y="3931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FA3"/>
                </a:solidFill>
              </a:rPr>
              <a:t>BUYER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42519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VP RevOps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3840480"/>
            <a:ext cx="2240280" cy="12801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39" y="3931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FA3"/>
                </a:solidFill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39" y="42519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12 SDRs · 18 AEs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840480"/>
            <a:ext cx="2240280" cy="12801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3931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FA3"/>
                </a:solidFill>
              </a:rPr>
              <a:t>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2519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HubSpot · Salesforce ·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OPENING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EDF5"/>
                </a:solidFill>
              </a:rPr>
              <a:t>We noticed something specific.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B7FA3"/>
                </a:solidFill>
              </a:rPr>
              <a:t>We are not reaching out with a template. Three days ago, we came across something your CTO posted publicly on LinkedIn.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1430000" cy="256032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PUBLIC POST · LINKEDIN · 9 DAYS 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8EDF5"/>
                </a:solidFill>
              </a:rPr>
              <a:t>"Manual prospect research is our SDR team's #1 bottleneck — we're losing hours a day."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54880"/>
            <a:ext cx="54864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5"/>
                </a:solidFill>
              </a:rPr>
              <a:t>CTO, Lumen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San Francisco · 180 employees · Data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FA3"/>
                </a:solidFill>
              </a:rPr>
              <a:t>We build software that eliminates exactly this bottleneck — and we can show you the math on what it costs Lumen right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SIGNAL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</a:rPr>
              <a:t>What our AI saw across 6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3794760" cy="201168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REO.DEV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01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FA3"/>
                </a:solidFill>
              </a:rPr>
              <a:t>–14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5"/>
                </a:solidFill>
              </a:rPr>
              <a:t>3 anonymous visits to getreo.dev/pricing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974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Unique sessions on pricing page — active evaluation, not casual research.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644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✦  Buying signal · High 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691640"/>
            <a:ext cx="3794760" cy="201168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LUMEN CAREERS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801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FA3"/>
                </a:solidFill>
              </a:rPr>
              <a:t>–9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1488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5"/>
                </a:solidFill>
              </a:rPr>
              <a:t>"Outbound SDR Manager" role opened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6974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Headcount investment in outbound — scaling the bottleneck the CTO flagged.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32644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✦  Scaling signal · High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3794760" cy="201168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LINKEDIN · 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1801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FA3"/>
                </a:solidFill>
              </a:rPr>
              <a:t>–9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488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5"/>
                </a:solidFill>
              </a:rPr>
              <a:t>CTO post: #1 bottleneck — losing hours/day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974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Self-described pain, executive level, public record. Highest-signal statement possible.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644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✦  Pain signal · Very high confidence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86200"/>
            <a:ext cx="3794760" cy="201168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995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CRUNCHBASE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9959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FA3"/>
                </a:solidFill>
              </a:rPr>
              <a:t>–6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434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5"/>
                </a:solidFill>
              </a:rPr>
              <a:t>Series B closed · $42M raised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920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Post-Series B companies have budget and board pressure to show GTM efficiency.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4589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✦  Budget signal · High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886200"/>
            <a:ext cx="3794760" cy="2011680"/>
          </a:xfrm>
          <a:prstGeom prst="rect">
            <a:avLst/>
          </a:prstGeom>
          <a:solidFill>
            <a:srgbClr val="131929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19" y="3995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</a:rPr>
              <a:t>FIREFLIES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39959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FA3"/>
                </a:solidFill>
              </a:rPr>
              <a:t>–30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19" y="43434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5"/>
                </a:solidFill>
              </a:rPr>
              <a:t>2 meetings with RevOps consultant (competitive)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48920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Lumen is actively evaluating alternatives — buying window is open now.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54589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</a:rPr>
              <a:t>✦  Competitive signal · Medium confidence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886200"/>
            <a:ext cx="3794760" cy="2011680"/>
          </a:xfrm>
          <a:prstGeom prst="rect">
            <a:avLst/>
          </a:prstGeom>
          <a:solidFill>
            <a:srgbClr val="1319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995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FIRECRAWL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9959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FA3"/>
                </a:solidFill>
              </a:rPr>
              <a:t>–recent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3434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5"/>
                </a:solidFill>
              </a:rPr>
              <a:t>Homepage hero: "AI-native data observability"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8920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Lumen updated their top-of-fold messaging toward AI positioning.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4589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✦  Positioning signal · Medium confidence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AI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5"/>
                </a:solidFill>
              </a:rPr>
              <a:t>Connect the dots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FA3"/>
                </a:solidFill>
              </a:rPr>
              <a:t>Six signals. One coherent picture: Lumen is scaling outbound, acknowledging the bottleneck, holding budget, and actively evaluating solutions.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76272"/>
            <a:ext cx="11430000" cy="11430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76272"/>
            <a:ext cx="822960" cy="11430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494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SCALING INTO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877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</a:rPr>
              <a:t>You hired an Outbound SDR Manager 9 days ago — growing the team that is already spending 2.5 hours a day on manual research.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source: Lumen Careers · job posting · April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430000" cy="114300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438144"/>
            <a:ext cx="822960" cy="114300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21024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0A5FA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112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EXECUTIVE ACKNOWLEDGMENT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4962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</a:rPr>
              <a:t>The CTO publicly named manual research as the #1 SDR bottleneck. That is a self-report from the top of the org, on the record.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source: LinkedIn public post · CTO · April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0016"/>
            <a:ext cx="11430000" cy="11430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700016"/>
            <a:ext cx="822960" cy="11430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82896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DD4B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BUDGET + ACTIVE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11149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</a:rPr>
              <a:t>Series B closed 6 months ago (budget exists). Two meetings with a RevOps consultant (evaluating). Three pricing-page visits (looked at us specifically).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86984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source: Crunchbase · Fireflies meeting logs · Reo.Dev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YOUR STATED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A78BFA"/>
                </a:solidFill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EDF5"/>
                </a:solidFill>
              </a:rPr>
              <a:t>Manual prospect research is our SDR team’s #1 bottleneck — we’re losing hours a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114800"/>
            <a:ext cx="39319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EDF5"/>
                </a:solidFill>
              </a:rPr>
              <a:t>CTO, Lumen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73659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FA3"/>
                </a:solidFill>
              </a:rPr>
              <a:t>Data Observability · Series B · San Francisco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120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78BFA"/>
                </a:solidFill>
              </a:rPr>
              <a:t>LinkedIn public post · April 17,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5760720"/>
            <a:ext cx="630936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5833872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FA3"/>
                </a:solidFill>
              </a:rPr>
              <a:t>The AI Pitch Generator surfaced this verbatim quote from LinkedIn's public feed and flagged it as the highest-priority outreach signal in Lumen's account profile.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</a:rPr>
              <a:t>What this bottleneck costs Lumen — annually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430000" cy="365760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SDR headcount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745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5"/>
                </a:solidFill>
              </a:rPr>
              <a:t>12 SDRs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from firmographic enrichment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7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Daily research time per SDR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32887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32887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5"/>
                </a:solidFill>
              </a:rPr>
              <a:t>2.5 hrs /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32887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industry average · data obs.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9125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Fully-loaded SDR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9125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9125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5"/>
                </a:solidFill>
              </a:rPr>
              <a:t>$65 /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9125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salary + benefits +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496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Working days per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84962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84962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5"/>
                </a:solidFill>
              </a:rPr>
              <a:t>220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962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FA3"/>
                </a:solidFill>
              </a:rPr>
              <a:t>excluding PTO and holidays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44568"/>
            <a:ext cx="11155680" cy="18288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634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FA3"/>
                </a:solidFill>
              </a:rPr>
              <a:t>Annual research cost: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262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2DD4BF"/>
                </a:solidFill>
              </a:rPr>
              <a:t>~$429,000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FA3"/>
                </a:solidFill>
              </a:rPr>
              <a:t>12 × 2.5 × $65 × 220 = $429,000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FA3"/>
                </a:solidFill>
              </a:rPr>
              <a:t>These are Lumen’s numbers. Our AI applied the 12-SDR headcount to the industry time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INDUSTRY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05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59E0B"/>
                </a:solidFill>
              </a:rPr>
              <a:t>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14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EDF5"/>
                </a:solidFill>
              </a:rPr>
              <a:t>of SDR time spent on manual prospect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9067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FA3"/>
                </a:solidFill>
              </a:rPr>
              <a:t>data observability SaaS companies at Lumen’s stage (illustrative benchmark)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3566160" cy="22860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58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DF5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Lumen estimated research share
(industry average applied)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3749039"/>
            <a:ext cx="3566160" cy="228600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858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DF5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3434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A78BFA"/>
                </a:solidFill>
              </a:rP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51206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Remaining SDR capacity
for selling activities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749039"/>
            <a:ext cx="3566160" cy="22860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3858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DF5"/>
                </a:solidFill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43434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D4BF"/>
                </a:solidFill>
              </a:rPr>
              <a:t>&gt;90%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51206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Target selling-time ratio
with DevGTM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EDF5"/>
                </a:solidFill>
              </a:rPr>
              <a:t>AI-powered GTM intelligence built for developer-led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749039" cy="457200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A78BF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</a:rPr>
              <a:t>🔗  Unify your GTM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HubSpot, Salesforce, Outreach, Reo.Dev, Fireflies, Firecrawl — all normalized into one account record. No silos. No manual reconciliation.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749039" cy="45720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D4B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D4BF"/>
                </a:solidFill>
              </a:rPr>
              <a:t>⚡  Score intent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632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Six signal sources weighted and aggregated into a single intent score per account. Your reps know which accounts to call today — before they open Salesforce.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749039" cy="45720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✦  Generate personalized pitches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632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The same way this deck was generated: AI reads your prospect's signals, writes the pitch, and delivers it as a shareable URL. Not a template — a reasoned argument.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STACK FIT · LUMEN’S EXACT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EDF5"/>
                </a:solidFill>
              </a:rPr>
              <a:t>Native integrations with your current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7A59"/>
                </a:solidFill>
              </a:rPr>
              <a:t>🟠  HubSpot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24912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Native connector syncs companies, contacts, deals, and activities in real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697480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2D47"/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0A5FA"/>
                </a:solidFill>
              </a:rPr>
              <a:t>☁️  Salesforce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CRM ·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24912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Bidirectional sync: intent scores and research briefs visible in SF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97480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2D47"/>
                </a:solidFill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</a:rPr>
              <a:t>🟣  Outreach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SALES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24912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AI-generated pitch content flows directly into Outreach sequences.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97480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2D47"/>
                </a:solidFill>
              </a:rPr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73736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D4BF"/>
                </a:solidFill>
              </a:rPr>
              <a:t>⬡  DevGTM Mesh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331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INTELLIGENCE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24912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Sits above your stack. Reads from all three. Writes enrichment and scores 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20640"/>
            <a:ext cx="11640312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21208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D4BF"/>
                </a:solidFill>
              </a:rPr>
              <a:t>No rip-and-replace. DevGTM Mesh enhances your existing HubSpot + Salesforce + Outreach investment — it does not replace any of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12 SDRS · DAILY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SDR research workflow — before &amp;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48640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9222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✗  Today —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6829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Open Google, LinkedIn, company site — 5+ tabs per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~25 min /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81527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3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18103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Manually copy company facts into CRM / notepad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0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~10 min / account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5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67911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67911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Write a "personalized" opening from generic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~15 min / account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81144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17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No signal awareness — outreach is time-based, not intent-based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77840"/>
            <a:ext cx="548640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509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Total: ~2.5 hrs/day on research = $429K/yr across 12 SDRs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37360"/>
            <a:ext cx="566928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792224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✓  With DevGTM Mesh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31720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368296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36829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Intent-ranked account queue surfaces in dashboard — no prospecting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743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081527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118103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1181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Research brief pre-generated: company summary, tech stack, contacts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4930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~2 min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831335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867911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867911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AI-generated pitch from account signals — contextually justified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2428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~3 min review + send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581144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61772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61772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Signal-triggered outreach: SDR knows why this account, why today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5577840"/>
            <a:ext cx="566928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56509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Total: ~5 min / account · Research time recoverable: ~$200K/yr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18 AES · MEETING PREP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AE meeting prep — before &amp;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48640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9222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✗  Today —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6829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Re-read 3+ CRM notes, old emails, Fireflies transcripts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~30 min / meeting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81527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3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18103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Look up recent news, job postings, company announcements manually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0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~15 min / meeting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5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67911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🗒️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67911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Write call prep notes with no signal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~15 min / meeting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81144"/>
            <a:ext cx="548640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17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No awareness of competitive activity or intent-score changes since last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77840"/>
            <a:ext cx="548640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509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Total: ~1 hr/meeting on manual prep · 3–5 meetings/week/AE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37360"/>
            <a:ext cx="566928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792224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✓  With DevGTM Mesh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31720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368296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36829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Pre-meeting brief auto-assembled: prior summaries, action items, sentiment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743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~2 min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081527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118103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1181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Intent score delta shown: "account spiked 23 pts this week — here is why"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4930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~1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831335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867911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🎙️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867911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Fireflies transcript summary + action items surfaced inline — one click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2428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~2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581144"/>
            <a:ext cx="5669280" cy="685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61772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5"/>
                </a:solidFill>
              </a:rPr>
              <a:t>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61772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"Competitor meeting logged 11 days ago — come prepared" flagged automatically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5577840"/>
            <a:ext cx="566928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56509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Total: ~5 min / meeting prep · context is pre-loaded before the 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CUSTOMER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</a:rPr>
              <a:t>Sentinel Metrics — analogous customer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669280" cy="493776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EDF5"/>
                </a:solidFill>
              </a:rPr>
              <a:t>Sentinel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FA3"/>
                </a:solidFill>
              </a:rPr>
              <a:t>Data observability SaaS · 200 employees · Series B · San Francisco
HubSpot + Salesforce + Outreach · 14 SDRs · 20 AEs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DD4BF"/>
                </a:solidFill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46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reduction in SDR research time in first 90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2.3×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51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pipeline increase in 90 days — same team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DD4"/>
                </a:solidFill>
              </a:rPr>
              <a:t>days from signed contract to measurable pipeline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577840" cy="274320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01368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DF5"/>
                </a:solidFill>
              </a:rPr>
              <a:t>“We went from SDRs spending half their day on research to having a morning queue pre-loaded with context. The first month was setup. By month three, pipeline was unrecognizable.”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— VP Sales, Sentinel Metrics · post-deployment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663440"/>
            <a:ext cx="5577840" cy="19659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WHY THIS COMPARISON IS RELEVANT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1663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Sentinel’s profile at deployment closely matched Lumen today: same industry, same team scale, same GTM stack, same CTO-acknowledged research bottleneck.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LUMEN-SPECIFIC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Applying Sentinel ratios to Lumen’s 12-SDR / 18-AE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DF5"/>
                </a:solidFill>
              </a:rPr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DD4BF"/>
                </a:solidFill>
              </a:rPr>
              <a:t>~$200K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Annual research time recovered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47% × $429K baseline (slide 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DF5"/>
                </a:solidFill>
              </a:rPr>
              <a:t>+📈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+$3.2M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918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Estimated pipeline uplift at current ACV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977639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2.3× ratio · $185K ACV · current conversion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DF5"/>
                </a:solidFill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Days to measurable pipeline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39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based on Sentinel deployment timeline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828800"/>
            <a:ext cx="2788920" cy="3200400"/>
          </a:xfrm>
          <a:prstGeom prst="rect">
            <a:avLst/>
          </a:prstGeom>
          <a:solidFill>
            <a:srgbClr val="1319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1920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DF5"/>
                </a:solidFill>
              </a:rP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468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4D399"/>
                </a:solidFill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2918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People impacted (12 SDRs + 18 AEs)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977639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every rep gets a pre-loaded research queue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FA3"/>
                </a:solidFill>
              </a:rPr>
              <a:t>These are AI-generated projections based on Sentinel Metrics outcomes applied to Lumen’s known team structure. They are directional estimates — actual results depend on your pipeline volume and conversion rates.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IMPLEMENTATION PLAN · LUMEN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30 / 60 / 90 day rollout — your stack, your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813048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830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Days 1–30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23160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HubSpot connector activated — companies, contacts, deals syncing in real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64408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10128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5701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Salesforce bidirectional sync configured — intent scores visible in SF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05656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51376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51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9826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Outreach integration live — AI pitch content flows into sequences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946904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92624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926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3–4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39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SDR onboarding (2 sessions) · first AI-generated research briefs reviewed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788152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3387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33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Day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80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Milestone check: research time per account, SDR feedback, pipeline delta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1737360"/>
            <a:ext cx="3813048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17830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Days 31–60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0248" y="2423160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24688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2715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Intent score calibration — adjust signal weights to match Lumen’s ICP patterns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3264408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1688" y="3310128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</a:rPr>
              <a:t>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33101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355701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AE meeting prep workflows enabled — Fireflies summaries surfaced in-platform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0248" y="4105656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8" y="4151376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0288" y="4151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439826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Firecrawl enrichment pipeline running on full account list — homepage signals active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0248" y="4946904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61688" y="4992624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</a:rPr>
              <a:t>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0288" y="49926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0288" y="5239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Pitch Generator enabled for all SDRs · shareable pitch URL workflow trained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0248" y="5788152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1688" y="583387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</a:rPr>
              <a:t>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5833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Day 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0288" y="6080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Milestone check: pipeline created, pitch send-rate vs. baseline, research time delta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66176" y="1737360"/>
            <a:ext cx="3813048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17830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PHASE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4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</a:rPr>
              <a:t>Days 61–90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66176" y="2423160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7616" y="24688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D4BF"/>
                </a:solidFill>
              </a:rPr>
              <a:t>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86216" y="2715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Full GTM chat interface live — VP RevOps using natural-language queries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66176" y="3264408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57616" y="3310128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D4BF"/>
                </a:solidFill>
              </a:rPr>
              <a:t>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86216" y="33101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86216" y="355701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SDR auto-assignment rules configured — accounts routed by territory + intent score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66176" y="4105656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7616" y="4151376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D4BF"/>
                </a:solidFill>
              </a:rPr>
              <a:t>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86216" y="4151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86216" y="439826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Reo.Dev developer-intent signals layered in — pricing-page visit alerts live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66176" y="4946904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57616" y="4992624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D4BF"/>
                </a:solidFill>
              </a:rPr>
              <a:t>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86216" y="49926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Wk 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86216" y="5239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Full-team adoption review · success metrics report prepared for board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66176" y="5788152"/>
            <a:ext cx="3813048" cy="7772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57616" y="583387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D4BF"/>
                </a:solidFill>
              </a:rPr>
              <a:t>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86216" y="5833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Day 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86216" y="6080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DD4"/>
                </a:solidFill>
              </a:rPr>
              <a:t>Pilot success review: research time, pipeline, ACV impact vs. targets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EDF5"/>
                </a:solidFill>
              </a:rPr>
              <a:t>Simple, transparent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8988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FA3"/>
                </a:solidFill>
              </a:rPr>
              <a:t>Two options — both designed to return investment within 90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SEAT-BASED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Per 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FA3"/>
                </a:solidFill>
              </a:rPr>
              <a:t>Pricing on request · per seat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Scale with your team — pay for active seats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050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All integrations included (HubSpot + Salesforce + Outreach)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37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AI Research Bot, Pitch Generator, Intent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023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Best for growing teams expecting headcount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920240"/>
            <a:ext cx="5486400" cy="411480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RECOMMENDED FOR LUMEN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3957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DD4BF"/>
                </a:solidFill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FA3"/>
                </a:solidFill>
              </a:rPr>
              <a:t>Pricing on request · flat platform rate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4564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Predictable cost regardless of headcount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0050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All features + unlimited seats for your 30-person GTM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5537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Dedicated onboarding and calibration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51023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✔  Recommended: Lumen is actively hiring (SDR Manager role open)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172200"/>
            <a:ext cx="11091672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245352"/>
            <a:ext cx="108173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ROI in under 90 days — the $200K/yr time recovery alone covers the platform cost within the first quarter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RISK REVERSAL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475488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EDF5"/>
                </a:solidFill>
              </a:rPr>
              <a:t>60-Day Paid Pilot with Full Refund Guarantee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FA3"/>
                </a:solidFill>
              </a:rPr>
              <a:t>We define success metrics together before day one. If we do not hit them by day 60, you get your money back — no conditions, no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2560320" cy="242316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EDF5"/>
                </a:solidFill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BDD4"/>
                </a:solidFill>
              </a:rPr>
              <a:t>Days in the pilot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3063240"/>
            <a:ext cx="2560320" cy="242316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EDF5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639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2976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BDD4"/>
                </a:solidFill>
              </a:rPr>
              <a:t>Success metrics defined before any work begins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63240"/>
            <a:ext cx="2560320" cy="242316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EDF5"/>
                </a:solidFill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39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BDD4"/>
                </a:solidFill>
              </a:rPr>
              <a:t>Refund if targets are missed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063240"/>
            <a:ext cx="2560320" cy="242316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EDF5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639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</a:rPr>
              <a:t>Wk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976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BDD4"/>
                </a:solidFill>
              </a:rPr>
              <a:t>HubSpot + Salesforce + Outreach integration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FA3"/>
                </a:solidFill>
              </a:rPr>
              <a:t>Suggested success metrics: (1) &gt;30% reduction in SDR research time, (2) &gt;$500K pipeline in 60 days attributable to AI-prioritized outreach, (3) &gt;80% SDR adoption rate. Negotiable — we define them together.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RECOMMENDED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</a:rPr>
              <a:t>One 30-minute working session — not a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669280" cy="484632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DF5"/>
                </a:solidFill>
              </a:rPr>
              <a:t>30-minute working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FA3"/>
                </a:solidFill>
              </a:rPr>
              <a:t>Suggested attendees from your team: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●  VP RevOps — to validate the cost math and success metric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●  1 SDR Manager — to walk through the daily workflow change (slide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DD4"/>
                </a:solidFill>
              </a:rPr>
              <a:t>●  1 Account Executive — to review the meeting prep workflow (slide 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FA3"/>
                </a:solidFill>
              </a:rPr>
              <a:t>Proposed dates (flexible):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68112"/>
            <a:ext cx="2468880" cy="82296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OPTION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May 6, 2025 · 10:00 AM 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5468112"/>
            <a:ext cx="2468880" cy="82296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5532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OPTION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806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May 8, 2025 · 2:00 PM 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737360"/>
            <a:ext cx="5577840" cy="484632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A3"/>
                </a:solidFill>
              </a:rPr>
              <a:t>30-MINUTE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3317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Validate the cost math (slide 6) against Lumen’s actual SDR research time — do the numbers hold? (10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66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5661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Walk the SDR manager through the before/after workflow live in the platform — hands on, no slides (12 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00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800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DD4"/>
                </a:solidFill>
              </a:rPr>
              <a:t>Define the pilot success metrics together — agree on the numbers that would make this a clear yes after 60 days (8 min)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852160"/>
            <a:ext cx="5577840" cy="548640"/>
          </a:xfrm>
          <a:prstGeom prst="rect">
            <a:avLst/>
          </a:prstGeom>
          <a:solidFill>
            <a:srgbClr val="1319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92531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Working session, not a sales call. Bring your actual numbers.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28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DEVGTM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APPENDIX · AI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5"/>
                </a:solidFill>
              </a:rPr>
              <a:t>Every claim in this deck is traceable to 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FA3"/>
                </a:solidFill>
              </a:rPr>
              <a:t>The AI Pitch Generator assembled these signals and mapped each to the slides where it was used.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84831"/>
            <a:ext cx="11640312" cy="4572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3055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305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SIGNAL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305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DATE / RECENCY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13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FA3"/>
                </a:solidFill>
              </a:rP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78608"/>
            <a:ext cx="11640312" cy="475488"/>
          </a:xfrm>
          <a:prstGeom prst="rect">
            <a:avLst/>
          </a:prstGeom>
          <a:solidFill>
            <a:srgbClr val="131929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334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2, 5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334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CTO public post: "#1 bottleneck — losing hours a day"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3347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LinkedIn · Public Feed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6334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April 17, 2025 (–9 days)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63347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Very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72384"/>
            <a:ext cx="11640312" cy="475488"/>
          </a:xfrm>
          <a:prstGeom prst="rect">
            <a:avLst/>
          </a:prstGeom>
          <a:solidFill>
            <a:srgbClr val="0B0F1A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12724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3, 4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2724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3 anonymous pricing-page visits · getreo.dev/pricing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1272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Reo.Dev · Visitor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127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April 12–25, 2025 (–14 days)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12724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11640312" cy="475488"/>
          </a:xfrm>
          <a:prstGeom prst="rect">
            <a:avLst/>
          </a:prstGeom>
          <a:solidFill>
            <a:srgbClr val="131929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2102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3, 4, 15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62102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Job posting: "Outbound SDR Manager" opened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62102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Lumen Careers · Firecrawl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6210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April 17, 2025 (–9 days)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62102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59935"/>
            <a:ext cx="11640312" cy="475488"/>
          </a:xfrm>
          <a:prstGeom prst="rect">
            <a:avLst/>
          </a:prstGeom>
          <a:solidFill>
            <a:srgbClr val="0B0F1A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114799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3, 4, 6, 13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114799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Series B · $42M raised · 12 SDRs · 18 AEs · $185K ACV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114799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Crunchbase · Firecrawl enrichment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11479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October 2024 (–6 months)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4114799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53712"/>
            <a:ext cx="11640312" cy="475488"/>
          </a:xfrm>
          <a:prstGeom prst="rect">
            <a:avLst/>
          </a:prstGeom>
          <a:solidFill>
            <a:srgbClr val="131929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608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3, 4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60857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2 meetings with RevOps consultant (competitive)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60857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Fireflies · Meeting Intelligence Sync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60857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March–April 2025 (–30 days)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608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047488"/>
            <a:ext cx="11640312" cy="475488"/>
          </a:xfrm>
          <a:prstGeom prst="rect">
            <a:avLst/>
          </a:prstGeom>
          <a:solidFill>
            <a:srgbClr val="0B0F1A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10235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102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Homepage hero: "AI-native data observability"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510235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Firecrawl · lumenanalytics.com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51023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Recent (detected on crawl)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510235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Medium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541264"/>
            <a:ext cx="11640312" cy="475488"/>
          </a:xfrm>
          <a:prstGeom prst="rect">
            <a:avLst/>
          </a:prstGeom>
          <a:solidFill>
            <a:srgbClr val="131929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59612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59612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GTM stack: HubSpot + Salesforce + Outreach confirmed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59612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HubSpot record · Job descriptions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55961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Current (cold record)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55961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6035040"/>
            <a:ext cx="11640312" cy="475488"/>
          </a:xfrm>
          <a:prstGeom prst="rect">
            <a:avLst/>
          </a:prstGeom>
          <a:solidFill>
            <a:srgbClr val="0B0F1A"/>
          </a:solidFill>
          <a:ln>
            <a:solidFill>
              <a:srgbClr val="1E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08990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6, 10, 13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" y="60899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SDR headcount (12), AE headcount (18), ACV ($185K)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608990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BF"/>
                </a:solidFill>
              </a:rPr>
              <a:t>Firecrawl enrichment · LinkedIn 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608990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</a:rPr>
              <a:t>April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608990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FA3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